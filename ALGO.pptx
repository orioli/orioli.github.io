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75" autoAdjust="0"/>
    <p:restoredTop sz="94660"/>
  </p:normalViewPr>
  <p:slideViewPr>
    <p:cSldViewPr>
      <p:cViewPr varScale="1">
        <p:scale>
          <a:sx n="75" d="100"/>
          <a:sy n="75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9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82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3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8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1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78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8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5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7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43523-AC91-4633-8ADD-02FA6814B20B}" type="datetimeFigureOut">
              <a:rPr lang="en-US" smtClean="0"/>
              <a:t>2/15/2012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2BF47-DA78-4DC3-8F41-EB5FEE3F5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ose@uaeu.ac.ae" TargetMode="External"/><Relationship Id="rId2" Type="http://schemas.openxmlformats.org/officeDocument/2006/relationships/hyperlink" Target="http://medialabae.weebly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ALGO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/>
          <a:p>
            <a:r>
              <a:rPr lang="en-US" dirty="0" smtClean="0"/>
              <a:t>1 </a:t>
            </a:r>
            <a:r>
              <a:rPr lang="en-US" dirty="0" err="1" smtClean="0"/>
              <a:t>st</a:t>
            </a:r>
            <a:r>
              <a:rPr lang="en-US" dirty="0" smtClean="0"/>
              <a:t>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66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Instructor: Jose </a:t>
            </a:r>
            <a:r>
              <a:rPr lang="en-US" dirty="0" err="1" smtClean="0"/>
              <a:t>Berengueres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http://medialabae.weebly.com</a:t>
            </a:r>
            <a:endParaRPr lang="en-US" dirty="0" smtClean="0"/>
          </a:p>
          <a:p>
            <a:r>
              <a:rPr lang="en-US" dirty="0" smtClean="0"/>
              <a:t>Twitter: </a:t>
            </a:r>
            <a:r>
              <a:rPr lang="en-US" b="1" dirty="0" smtClean="0"/>
              <a:t>@</a:t>
            </a:r>
            <a:r>
              <a:rPr lang="en-US" b="1" dirty="0" err="1" smtClean="0"/>
              <a:t>medialabae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 use this</a:t>
            </a:r>
            <a:endParaRPr lang="en-US" dirty="0" smtClean="0"/>
          </a:p>
          <a:p>
            <a:r>
              <a:rPr lang="en-US" dirty="0" smtClean="0"/>
              <a:t>Email: </a:t>
            </a:r>
            <a:r>
              <a:rPr lang="en-US" dirty="0" smtClean="0">
                <a:hlinkClick r:id="rId3"/>
              </a:rPr>
              <a:t>jose@uaeu.ac.ae</a:t>
            </a:r>
            <a:r>
              <a:rPr lang="en-US" dirty="0" smtClean="0"/>
              <a:t>  </a:t>
            </a:r>
            <a:r>
              <a:rPr lang="en-US" dirty="0" smtClean="0">
                <a:sym typeface="Wingdings" pitchFamily="2" charset="2"/>
              </a:rPr>
              <a:t> don’t sent me emails.</a:t>
            </a:r>
          </a:p>
          <a:p>
            <a:r>
              <a:rPr lang="en-US" dirty="0" smtClean="0">
                <a:sym typeface="Wingdings" pitchFamily="2" charset="2"/>
              </a:rPr>
              <a:t>Visiting hours: </a:t>
            </a:r>
            <a:r>
              <a:rPr lang="en-US" dirty="0" err="1" smtClean="0">
                <a:sym typeface="Wingdings" pitchFamily="2" charset="2"/>
              </a:rPr>
              <a:t>coem</a:t>
            </a:r>
            <a:r>
              <a:rPr lang="en-US" dirty="0" smtClean="0">
                <a:sym typeface="Wingdings" pitchFamily="2" charset="2"/>
              </a:rPr>
              <a:t> 3</a:t>
            </a:r>
            <a:r>
              <a:rPr lang="en-US" baseline="30000" dirty="0" smtClean="0">
                <a:sym typeface="Wingdings" pitchFamily="2" charset="2"/>
              </a:rPr>
              <a:t>rd</a:t>
            </a:r>
            <a:r>
              <a:rPr lang="en-US" dirty="0" smtClean="0">
                <a:sym typeface="Wingdings" pitchFamily="2" charset="2"/>
              </a:rPr>
              <a:t> floor. Male-side.</a:t>
            </a:r>
          </a:p>
          <a:p>
            <a:r>
              <a:rPr lang="en-US" dirty="0" smtClean="0">
                <a:sym typeface="Wingdings" pitchFamily="2" charset="2"/>
              </a:rPr>
              <a:t>0502624155  </a:t>
            </a:r>
          </a:p>
          <a:p>
            <a:pPr marL="0" indent="0">
              <a:buNone/>
            </a:pPr>
            <a:endParaRPr lang="en-US" dirty="0" smtClean="0">
              <a:sym typeface="Wingdings" pitchFamily="2" charset="2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6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Question 1: Write all the programming languages you know:</a:t>
            </a:r>
          </a:p>
          <a:p>
            <a:pPr lvl="1"/>
            <a:r>
              <a:rPr lang="en-US" dirty="0" smtClean="0"/>
              <a:t>Java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/C++</a:t>
            </a:r>
          </a:p>
          <a:p>
            <a:pPr lvl="1"/>
            <a:r>
              <a:rPr lang="en-US" dirty="0" smtClean="0"/>
              <a:t>VB</a:t>
            </a:r>
          </a:p>
          <a:p>
            <a:r>
              <a:rPr lang="en-US" dirty="0" smtClean="0"/>
              <a:t>Q2: What does this do:</a:t>
            </a:r>
          </a:p>
          <a:p>
            <a:pPr marL="0" indent="0">
              <a:buNone/>
            </a:pPr>
            <a:r>
              <a:rPr lang="en-US" dirty="0" smtClean="0"/>
              <a:t>For (i=-3; i &lt; 10; i = i +2){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System.out.println</a:t>
            </a:r>
            <a:r>
              <a:rPr lang="en-US" dirty="0" smtClean="0"/>
              <a:t>(String(i));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-3 -1 1 3 5 7 9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6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Q3</a:t>
            </a:r>
          </a:p>
          <a:p>
            <a:pPr marL="0" indent="0">
              <a:buNone/>
            </a:pPr>
            <a:r>
              <a:rPr lang="en-US" dirty="0" smtClean="0"/>
              <a:t>Public static void class main(</a:t>
            </a:r>
            <a:r>
              <a:rPr lang="en-US" dirty="0" err="1" smtClean="0"/>
              <a:t>args</a:t>
            </a:r>
            <a:r>
              <a:rPr lang="en-US" dirty="0" smtClean="0"/>
              <a:t>[] </a:t>
            </a:r>
            <a:r>
              <a:rPr lang="en-US" dirty="0" err="1" smtClean="0"/>
              <a:t>argv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Q4                    b =4   a =1</a:t>
            </a:r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a,b</a:t>
            </a:r>
            <a:r>
              <a:rPr lang="en-US" dirty="0" smtClean="0"/>
              <a:t> = 1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f</a:t>
            </a:r>
            <a:r>
              <a:rPr lang="en-US" dirty="0" smtClean="0"/>
              <a:t>or (k=1, k&lt; 1000; k++)</a:t>
            </a:r>
          </a:p>
          <a:p>
            <a:pPr marL="0" indent="0">
              <a:buNone/>
            </a:pPr>
            <a:r>
              <a:rPr lang="en-US" dirty="0" smtClean="0"/>
              <a:t>	b = a + b;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	</a:t>
            </a:r>
            <a:r>
              <a:rPr lang="en-US" dirty="0" smtClean="0"/>
              <a:t>print b</a:t>
            </a:r>
          </a:p>
          <a:p>
            <a:pPr marL="514350" indent="-514350">
              <a:buAutoNum type="arabicPlain" startAt="2"/>
            </a:pPr>
            <a:r>
              <a:rPr lang="en-US" dirty="0" smtClean="0"/>
              <a:t>3   4  5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026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2 &lt; 10 k++             k=0     j=0 </a:t>
            </a:r>
          </a:p>
          <a:p>
            <a:pPr lvl="1"/>
            <a:r>
              <a:rPr lang="en-US" dirty="0" smtClean="0"/>
              <a:t>For j &lt; 10 j++</a:t>
            </a:r>
          </a:p>
          <a:p>
            <a:pPr lvl="2"/>
            <a:r>
              <a:rPr lang="en-US" dirty="0" smtClean="0"/>
              <a:t>Print  1 + “ ” + 0</a:t>
            </a:r>
          </a:p>
          <a:p>
            <a:pPr marL="914400" lvl="2" indent="0">
              <a:buNone/>
            </a:pP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0</a:t>
            </a:r>
            <a:r>
              <a:rPr lang="en-US" dirty="0" smtClean="0"/>
              <a:t> 0  0 1 0 2 0 3 0 4 0 5 0 6 0 7 0 8 0 9 1 0 1 1 1 2 1 3 1 4  1 5 1 6 1 7 1 8 1 9 1 2 0 2 1 …………….</a:t>
            </a:r>
          </a:p>
          <a:p>
            <a:pPr marL="914400" lvl="2" indent="0">
              <a:buNone/>
            </a:pPr>
            <a:endParaRPr lang="en-US" dirty="0" smtClean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 smtClean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8886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1 3 5 7 9  ==? Odd</a:t>
            </a:r>
            <a:br>
              <a:rPr lang="en-US" dirty="0" smtClean="0"/>
            </a:br>
            <a:r>
              <a:rPr lang="en-US" dirty="0" smtClean="0"/>
              <a:t>2 4 6 8 10 even</a:t>
            </a:r>
          </a:p>
          <a:p>
            <a:pPr marL="0" indent="0">
              <a:buNone/>
            </a:pPr>
            <a:r>
              <a:rPr lang="en-US" dirty="0" smtClean="0"/>
              <a:t>Count the odd numbers form 0 to 100 included.</a:t>
            </a:r>
          </a:p>
          <a:p>
            <a:pPr marL="0" indent="0">
              <a:buNone/>
            </a:pPr>
            <a:r>
              <a:rPr lang="en-US" dirty="0" smtClean="0"/>
              <a:t>100/2  modulus (4 2) = 0</a:t>
            </a:r>
          </a:p>
          <a:p>
            <a:pPr marL="0" indent="0">
              <a:buNone/>
            </a:pPr>
            <a:r>
              <a:rPr lang="en-US" dirty="0" smtClean="0"/>
              <a:t>Total odd = 0 </a:t>
            </a:r>
          </a:p>
          <a:p>
            <a:pPr marL="0" indent="0">
              <a:buNone/>
            </a:pPr>
            <a:r>
              <a:rPr lang="en-US" dirty="0" smtClean="0"/>
              <a:t>.for( k=-5; k&lt;=5; k++)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if mod (k,2=1)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then total odd = total odd + 1     </a:t>
            </a:r>
          </a:p>
        </p:txBody>
      </p:sp>
    </p:spTree>
    <p:extLst>
      <p:ext uri="{BB962C8B-B14F-4D97-AF65-F5344CB8AC3E}">
        <p14:creationId xmlns:p14="http://schemas.microsoft.com/office/powerpoint/2010/main" val="2956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 i=0 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count=0</a:t>
            </a:r>
          </a:p>
          <a:p>
            <a:r>
              <a:rPr lang="en-US" dirty="0" smtClean="0"/>
              <a:t>For(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I;i</a:t>
            </a:r>
            <a:r>
              <a:rPr lang="en-US" dirty="0" smtClean="0"/>
              <a:t>&lt;100;i++)</a:t>
            </a:r>
          </a:p>
          <a:p>
            <a:r>
              <a:rPr lang="en-US" dirty="0" smtClean="0"/>
              <a:t>If (i%2!=0)</a:t>
            </a:r>
          </a:p>
          <a:p>
            <a:r>
              <a:rPr lang="en-US" dirty="0" smtClean="0"/>
              <a:t>Count++;</a:t>
            </a:r>
          </a:p>
          <a:p>
            <a:r>
              <a:rPr lang="en-US" dirty="0" err="1" smtClean="0"/>
              <a:t>System.out.println</a:t>
            </a:r>
            <a:r>
              <a:rPr lang="en-US" dirty="0" smtClean="0"/>
              <a:t>(i);</a:t>
            </a:r>
          </a:p>
        </p:txBody>
      </p:sp>
    </p:spTree>
    <p:extLst>
      <p:ext uri="{BB962C8B-B14F-4D97-AF65-F5344CB8AC3E}">
        <p14:creationId xmlns:p14="http://schemas.microsoft.com/office/powerpoint/2010/main" val="128617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</TotalTime>
  <Words>208</Words>
  <Application>Microsoft Office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ALGO</vt:lpstr>
      <vt:lpstr>INFO</vt:lpstr>
      <vt:lpstr>OVERVIEW</vt:lpstr>
      <vt:lpstr>Overview 2</vt:lpstr>
      <vt:lpstr>4</vt:lpstr>
      <vt:lpstr>5</vt:lpstr>
      <vt:lpstr>Student example</vt:lpstr>
    </vt:vector>
  </TitlesOfParts>
  <Company>CIT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</dc:title>
  <dc:creator>Jose</dc:creator>
  <cp:lastModifiedBy>Jose</cp:lastModifiedBy>
  <cp:revision>12</cp:revision>
  <dcterms:created xsi:type="dcterms:W3CDTF">2012-02-13T05:36:40Z</dcterms:created>
  <dcterms:modified xsi:type="dcterms:W3CDTF">2012-02-15T05:43:47Z</dcterms:modified>
</cp:coreProperties>
</file>